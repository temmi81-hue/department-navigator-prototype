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web-service-demo.mp4" TargetMode="Externa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지속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검토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133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1" y="1337595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1" y="2143138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2" y="3003733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75375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08091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2225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163443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246174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11" name="그림 10">
            <a:hlinkClick r:id="rId5" action="ppaction://hlinkfile"/>
            <a:extLst>
              <a:ext uri="{FF2B5EF4-FFF2-40B4-BE49-F238E27FC236}">
                <a16:creationId xmlns:a16="http://schemas.microsoft.com/office/drawing/2014/main" id="{1D50F15C-C904-4B41-B2EB-C4E409B40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31" y="1258200"/>
            <a:ext cx="3469595" cy="223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657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80</cp:revision>
  <dcterms:created xsi:type="dcterms:W3CDTF">2026-09-04T08:20:33Z</dcterms:created>
  <dcterms:modified xsi:type="dcterms:W3CDTF">2026-09-06T03:49:18Z</dcterms:modified>
</cp:coreProperties>
</file>