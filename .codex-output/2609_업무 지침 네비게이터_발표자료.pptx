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 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검색 결과 확인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3606464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AI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활용 전문가 교육과 코칭 적용한 웹서비스 개발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46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PRD.md </a:t>
            </a:r>
            <a:r>
              <a:rPr lang="ko-KR" altLang="en-US" sz="1300">
                <a:latin typeface="+mn-ea"/>
              </a:rPr>
              <a:t>초안 작성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보완과 기능 정의</a:t>
            </a:r>
            <a:r>
              <a:rPr lang="en-US" altLang="ko-KR" sz="1300">
                <a:latin typeface="+mn-ea"/>
              </a:rPr>
              <a:t> update</a:t>
            </a:r>
            <a:r>
              <a:rPr lang="ko-KR" altLang="en-US" sz="1300">
                <a:latin typeface="+mn-ea"/>
              </a:rPr>
              <a:t> 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그래프 등 교육내용 반영 요구사항</a:t>
            </a:r>
            <a:r>
              <a:rPr lang="en-US" altLang="ko-KR" sz="1300">
                <a:latin typeface="+mn-ea"/>
              </a:rPr>
              <a:t>,</a:t>
            </a:r>
            <a:r>
              <a:rPr lang="ko-KR" altLang="en-US" sz="1300">
                <a:latin typeface="+mn-ea"/>
              </a:rPr>
              <a:t> 구현 방향 지속 개선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검토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en-US" altLang="ko-KR" sz="1300">
                <a:latin typeface="+mn-ea"/>
              </a:rPr>
              <a:t>AI</a:t>
            </a:r>
            <a:r>
              <a:rPr lang="ko-KR" altLang="en-US" sz="1300">
                <a:latin typeface="+mn-ea"/>
              </a:rPr>
              <a:t>와 웹서비스 개발에 대한 기초 단계에서 시작해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수업 내용과 코칭 피드백을 실제 서비스 구현에 단계적으로 적용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0322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VS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Code</a:t>
            </a:r>
            <a:r>
              <a:rPr lang="ko-KR" altLang="en-US" sz="1300">
                <a:latin typeface="+mn-ea"/>
              </a:rPr>
              <a:t> 가상환경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환경변수</a:t>
            </a:r>
            <a:r>
              <a:rPr lang="en-US" altLang="ko-KR" sz="1300">
                <a:latin typeface="+mn-ea"/>
              </a:rPr>
              <a:t>(.env) </a:t>
            </a:r>
            <a:r>
              <a:rPr lang="ko-KR" altLang="en-US" sz="1300">
                <a:latin typeface="+mn-ea"/>
              </a:rPr>
              <a:t>활용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라이브러리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스킬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메일링 기능 적용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웹 서비스 구현</a:t>
            </a:r>
            <a:endParaRPr lang="en-US" altLang="ko-KR" sz="130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845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6031717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6019397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31146"/>
            <a:ext cx="56609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GitHub</a:t>
            </a:r>
            <a:r>
              <a:rPr lang="ko-KR" altLang="en-US" sz="1300">
                <a:latin typeface="+mn-ea"/>
              </a:rPr>
              <a:t>의 커밋</a:t>
            </a:r>
            <a:r>
              <a:rPr lang="en-US" altLang="ko-KR" sz="130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푸시</a:t>
            </a:r>
            <a:r>
              <a:rPr lang="en-US" altLang="ko-KR" sz="130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풀을 통한 변경사항 관리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구현 오류와 </a:t>
            </a:r>
            <a:r>
              <a:rPr lang="en-US" altLang="ko-KR" sz="1300">
                <a:latin typeface="+mn-ea"/>
              </a:rPr>
              <a:t>Git </a:t>
            </a:r>
            <a:r>
              <a:rPr lang="ko-KR" altLang="en-US" sz="1300">
                <a:latin typeface="+mn-ea"/>
              </a:rPr>
              <a:t>사용의 어려움을 해결하며 </a:t>
            </a:r>
            <a:endParaRPr lang="en-US" altLang="ko-KR" sz="130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>
                <a:latin typeface="+mn-ea"/>
              </a:rPr>
              <a:t>  </a:t>
            </a:r>
            <a:r>
              <a:rPr lang="ko-KR" altLang="en-US" sz="1300">
                <a:latin typeface="+mn-ea"/>
              </a:rPr>
              <a:t>웹개발 방식과 개념 학습</a:t>
            </a:r>
            <a:endParaRPr lang="en-US" altLang="ko-KR" sz="130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65319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94935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904924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6462F13-77A2-4AF8-B2DD-849D31D1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92" y="1198401"/>
            <a:ext cx="2918794" cy="2324010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4005942" y="1387835"/>
            <a:ext cx="1524000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4005942" y="2193378"/>
            <a:ext cx="1524000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절차</a:t>
            </a: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500" b="1"/>
              <a:t>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4005942" y="3053973"/>
            <a:ext cx="1524000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 바탕으로 안내 정확도와 사용성을 높이고</a:t>
            </a:r>
            <a:r>
              <a:rPr lang="en-US" altLang="ko-KR" sz="1500" b="1" spc="-40">
                <a:solidFill>
                  <a:schemeClr val="tx1"/>
                </a:solidFill>
              </a:rPr>
              <a:t>, </a:t>
            </a:r>
            <a:r>
              <a:rPr lang="ko-KR" altLang="en-US" sz="1500" b="1" spc="-40">
                <a:solidFill>
                  <a:schemeClr val="tx1"/>
                </a:solidFill>
              </a:rPr>
              <a:t>검증된 업무부터 적용 범위를 단계적으로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0" y="1325615"/>
            <a:ext cx="4513889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13115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7249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168467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251198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4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04153"/>
            <a:ext cx="3536747" cy="298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과제제안자</a:t>
            </a:r>
            <a:r>
              <a:rPr lang="en-US" altLang="ko-KR" sz="1300" spc="-40"/>
              <a:t>, </a:t>
            </a:r>
            <a:r>
              <a:rPr lang="ko-KR" altLang="en-US" sz="1300" spc="-40"/>
              <a:t>실제 담당자 대상 소규모 시범 운영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4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650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60</cp:revision>
  <dcterms:created xsi:type="dcterms:W3CDTF">2026-09-04T08:20:33Z</dcterms:created>
  <dcterms:modified xsi:type="dcterms:W3CDTF">2026-09-05T06:21:27Z</dcterms:modified>
</cp:coreProperties>
</file>