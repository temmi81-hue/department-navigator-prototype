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850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 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9081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771914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- </a:t>
            </a:r>
            <a:r>
              <a:rPr lang="ko-KR" altLang="en-US" sz="1400"/>
              <a:t>업무 특성과 협업 빈도를 고려해 대표 부서 선정 </a:t>
            </a:r>
            <a:r>
              <a:rPr lang="en-US" altLang="ko-KR" sz="1400"/>
              <a:t>(10</a:t>
            </a:r>
            <a:r>
              <a:rPr lang="ko-KR" altLang="en-US" sz="1400"/>
              <a:t>개 → </a:t>
            </a:r>
            <a:r>
              <a:rPr lang="en-US" altLang="ko-KR" sz="1400"/>
              <a:t>20</a:t>
            </a:r>
            <a:r>
              <a:rPr lang="ko-KR" altLang="en-US" sz="1400"/>
              <a:t>개 → </a:t>
            </a:r>
            <a:r>
              <a:rPr lang="en-US" altLang="ko-KR" sz="1400"/>
              <a:t>35</a:t>
            </a:r>
            <a:r>
              <a:rPr lang="ko-KR" altLang="en-US" sz="1400"/>
              <a:t>개 부서로 확장</a:t>
            </a:r>
            <a:r>
              <a:rPr lang="en-US" altLang="ko-KR" sz="1400"/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검색 결과 확인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3606464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AI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활용 전문가 교육과 코칭 적용한 웹서비스 개발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424187"/>
            <a:ext cx="4986678" cy="546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PRD.md </a:t>
            </a:r>
            <a:r>
              <a:rPr lang="ko-KR" altLang="en-US" sz="1300">
                <a:latin typeface="+mn-ea"/>
              </a:rPr>
              <a:t>초안 작성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보완과 기능 정의</a:t>
            </a:r>
            <a:r>
              <a:rPr lang="en-US" altLang="ko-KR" sz="1300">
                <a:latin typeface="+mn-ea"/>
              </a:rPr>
              <a:t> update</a:t>
            </a:r>
            <a:r>
              <a:rPr lang="ko-KR" altLang="en-US" sz="1300">
                <a:latin typeface="+mn-ea"/>
              </a:rPr>
              <a:t> 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그래프 등 </a:t>
            </a:r>
            <a:r>
              <a:rPr lang="ko-KR" altLang="en-US" sz="1400">
                <a:latin typeface="+mn-ea"/>
              </a:rPr>
              <a:t>교육내용 반영 </a:t>
            </a:r>
            <a:r>
              <a:rPr lang="ko-KR" altLang="en-US" sz="1400"/>
              <a:t>요구사항</a:t>
            </a:r>
            <a:r>
              <a:rPr lang="en-US" altLang="ko-KR" sz="1400"/>
              <a:t>,</a:t>
            </a:r>
            <a:r>
              <a:rPr lang="ko-KR" altLang="en-US" sz="1400"/>
              <a:t> 구현 방향 지속 개선</a:t>
            </a:r>
            <a:endParaRPr lang="ko-KR" altLang="en-US" sz="130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</a:t>
            </a:r>
            <a:r>
              <a:rPr lang="ko-KR" altLang="en-US" sz="1400"/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- </a:t>
            </a:r>
            <a:r>
              <a:rPr lang="ko-KR" altLang="en-US" sz="1400"/>
              <a:t>사용자가 실제로 질문할 만한 대표 질의 검토</a:t>
            </a:r>
            <a:endParaRPr lang="en-US" altLang="ko-KR" sz="1400"/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- </a:t>
            </a:r>
            <a:r>
              <a:rPr lang="ko-KR" altLang="en-US" sz="1400"/>
              <a:t>질의에 적합한 절차와 관련 지침이 제공되는지 확인</a:t>
            </a:r>
            <a:endParaRPr lang="en-US" altLang="ko-KR" sz="1400"/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- </a:t>
            </a:r>
            <a:r>
              <a:rPr lang="ko-KR" altLang="en-US" sz="1400"/>
              <a:t>질의</a:t>
            </a:r>
            <a:r>
              <a:rPr lang="en-US" altLang="ko-KR" sz="1400"/>
              <a:t>, </a:t>
            </a:r>
            <a:r>
              <a:rPr lang="ko-KR" altLang="en-US" sz="1400"/>
              <a:t>결과 확인</a:t>
            </a:r>
            <a:r>
              <a:rPr lang="en-US" altLang="ko-KR" sz="1400"/>
              <a:t>, </a:t>
            </a:r>
            <a:r>
              <a:rPr lang="ko-KR" altLang="en-US" sz="1400"/>
              <a:t>데이터 보완 과정을 반복하며 서비스 정확도 개선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</a:t>
            </a:r>
            <a:r>
              <a:rPr lang="en-US" altLang="ko-KR" sz="1400"/>
              <a:t>AI</a:t>
            </a:r>
            <a:r>
              <a:rPr lang="ko-KR" altLang="en-US" sz="1400"/>
              <a:t>와 웹서비스 개발에 대한 기초 단계에서 시작해</a:t>
            </a:r>
            <a:r>
              <a:rPr lang="en-US" altLang="ko-KR" sz="1400"/>
              <a:t>, </a:t>
            </a:r>
            <a:r>
              <a:rPr lang="ko-KR" altLang="en-US" sz="1400"/>
              <a:t>수업 내용과 코칭 피드백을 실제 서비스 구현에 단계적으로 적용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0322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2" y="5237422"/>
            <a:ext cx="448940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VS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Code</a:t>
            </a:r>
            <a:r>
              <a:rPr lang="ko-KR" altLang="en-US" sz="1300">
                <a:latin typeface="+mn-ea"/>
              </a:rPr>
              <a:t> 가상환경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환경변수</a:t>
            </a:r>
            <a:r>
              <a:rPr lang="en-US" altLang="ko-KR" sz="1300">
                <a:latin typeface="+mn-ea"/>
              </a:rPr>
              <a:t>(.env) </a:t>
            </a:r>
            <a:r>
              <a:rPr lang="ko-KR" altLang="en-US" sz="1300">
                <a:latin typeface="+mn-ea"/>
              </a:rPr>
              <a:t>활용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라이브러리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스킬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메일링 기능 적용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웹 서비스 구현</a:t>
            </a:r>
            <a:endParaRPr lang="en-US" altLang="ko-KR" sz="130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9845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042874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6031717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6019397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31146"/>
            <a:ext cx="5660908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400"/>
              <a:t>GitHub</a:t>
            </a:r>
            <a:r>
              <a:rPr lang="ko-KR" altLang="en-US" sz="1400"/>
              <a:t>의 커밋</a:t>
            </a:r>
            <a:r>
              <a:rPr lang="en-US" altLang="ko-KR" sz="1400"/>
              <a:t>·</a:t>
            </a:r>
            <a:r>
              <a:rPr lang="ko-KR" altLang="en-US" sz="1400"/>
              <a:t>푸시</a:t>
            </a:r>
            <a:r>
              <a:rPr lang="en-US" altLang="ko-KR" sz="1400"/>
              <a:t>·</a:t>
            </a:r>
            <a:r>
              <a:rPr lang="ko-KR" altLang="en-US" sz="1400"/>
              <a:t>풀을 통한 변경사항 관리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400"/>
              <a:t>구현 오류와 </a:t>
            </a:r>
            <a:r>
              <a:rPr lang="en-US" altLang="ko-KR" sz="1400"/>
              <a:t>Git </a:t>
            </a:r>
            <a:r>
              <a:rPr lang="ko-KR" altLang="en-US" sz="1400"/>
              <a:t>사용의 어려움을 해결하며 </a:t>
            </a:r>
            <a:endParaRPr lang="en-US" altLang="ko-KR" sz="1400"/>
          </a:p>
          <a:p>
            <a:pPr>
              <a:spcBef>
                <a:spcPts val="300"/>
              </a:spcBef>
            </a:pPr>
            <a:r>
              <a:rPr lang="en-US" altLang="ko-KR" sz="1400"/>
              <a:t>    </a:t>
            </a:r>
            <a:r>
              <a:rPr lang="ko-KR" altLang="en-US" sz="1400"/>
              <a:t>개발 방식과 개념 학습</a:t>
            </a:r>
            <a:endParaRPr lang="en-US" altLang="ko-KR" sz="130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65319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94935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904924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6462F13-77A2-4AF8-B2DD-849D31D1C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92" y="1198401"/>
            <a:ext cx="2918794" cy="2324010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4005942" y="1387835"/>
            <a:ext cx="1524000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4005942" y="2193378"/>
            <a:ext cx="1524000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절차</a:t>
            </a:r>
            <a:r>
              <a:rPr lang="ko-KR" altLang="en-US" sz="15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1500" b="1"/>
              <a:t>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4005942" y="3053973"/>
            <a:ext cx="1524000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 바탕으로 안내 정확도와 사용성을 높이고</a:t>
            </a:r>
            <a:r>
              <a:rPr lang="en-US" altLang="ko-KR" sz="1500" b="1" spc="-40">
                <a:solidFill>
                  <a:schemeClr val="tx1"/>
                </a:solidFill>
              </a:rPr>
              <a:t>, </a:t>
            </a:r>
            <a:r>
              <a:rPr lang="ko-KR" altLang="en-US" sz="1500" b="1" spc="-40">
                <a:solidFill>
                  <a:schemeClr val="tx1"/>
                </a:solidFill>
              </a:rPr>
              <a:t>검증된 업무부터 적용 범위를 단계적으로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0" y="1325615"/>
            <a:ext cx="4513889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131158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72490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586631" y="1684672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586631" y="2511989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/>
          <p:nvPr/>
        </p:nvCxnSpPr>
        <p:spPr>
          <a:xfrm>
            <a:off x="352511" y="4561113"/>
            <a:ext cx="885543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4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대표 </a:t>
            </a:r>
            <a:r>
              <a:rPr lang="en-US" altLang="ko-KR" sz="1300" spc="-40"/>
              <a:t>3~5</a:t>
            </a:r>
            <a:r>
              <a:rPr lang="ko-KR" altLang="en-US" sz="1300" spc="-40"/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04153"/>
            <a:ext cx="3536747" cy="298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과제제안자</a:t>
            </a:r>
            <a:r>
              <a:rPr lang="en-US" altLang="ko-KR" sz="1300" spc="-40"/>
              <a:t>, </a:t>
            </a:r>
            <a:r>
              <a:rPr lang="ko-KR" altLang="en-US" sz="1300" spc="-40"/>
              <a:t>실제 담당자 대상 소규모 시범 운영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4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650</Words>
  <Application>Microsoft Office PowerPoint</Application>
  <DocSecurity>0</DocSecurity>
  <PresentationFormat>A4 용지(210x297mm)</PresentationFormat>
  <Paragraphs>77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HY견고딕</vt:lpstr>
      <vt:lpstr>맑은 고딕</vt:lpstr>
      <vt:lpstr>Arial</vt:lpstr>
      <vt:lpstr>Calibri</vt:lpstr>
      <vt:lpstr>Calibri Light</vt:lpstr>
      <vt:lpstr>Wingdings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58</cp:revision>
  <dcterms:created xsi:type="dcterms:W3CDTF">2026-09-04T08:20:33Z</dcterms:created>
  <dcterms:modified xsi:type="dcterms:W3CDTF">2026-09-05T06:02:19Z</dcterms:modified>
</cp:coreProperties>
</file>